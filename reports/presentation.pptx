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MoveInSync Play Store Rating Uplift</a:t>
            </a:r>
          </a:p>
          <a:p>
            <a:pPr>
              <a:spcBef>
                <a:spcPts val="1200"/>
              </a:spcBef>
              <a:defRPr sz="1800">
                <a:solidFill>
                  <a:srgbClr val="93C5FD"/>
                </a:solidFill>
              </a:defRPr>
            </a:pPr>
            <a:r>
              <a:t>Data-Driven Root Cause Analysis, Automated Telemetry Pipeline &amp; FDE Roadmap</a:t>
            </a:r>
          </a:p>
          <a:p>
            <a:pPr>
              <a:spcBef>
                <a:spcPts val="2800"/>
              </a:spcBef>
              <a:defRPr sz="1300">
                <a:solidFill>
                  <a:srgbClr val="CBD5E1"/>
                </a:solidFill>
              </a:defRPr>
            </a:pPr>
            <a:r>
              <a:t>Candidate Assignment | Forward Deployed Engineer (Intern to FTE)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The Commute Reality Behind the Stars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Scale &amp; Stakes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MoveInSync powers 1.5M+ daily rides across 430+ enterprises.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Self-booking mobile app is the employee's single touchpoint.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Enterprise procurement audits Play Store reviews during renewal.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Cumulative rating sits at 4.64★ across 114k+ ratings.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Hidden Friction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1,778 analyzed reviews reveal acute bimodal polarity: 39% are 1-star.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Satisfied commuters rarely rate spontaneously.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Frustrated employees vent publicly after commute disruptions.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Post-update crashes and frozen GPS drive the vast majority of anger.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The FDE Solution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Deployed repeatable automated Python telemetry scraper.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P0 quick-wins: Decouple feedback popups &amp; fix migration crash.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P1 core: Foreground GPS heartbeat &amp; smart In-App Review prompts.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Target: Raise recent rating to ≥4.8★ and slash complaints by 40%.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Research Methodology: Evidence-Based Public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Data Architecture &amp; Pipeline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Public Store Mining: Harvested com.moveinsync.ets via public scraper.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Dual-Vector Sampling: Balanced NEWEST &amp; MOST_RELEVANT reviews.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Dataset Volume: 1,778 unique, deduplicated review records.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Rule-Based NLP: Deterministic 10-category classification engine.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Reproducible Stack: Python, Pandas, Plotly, Streamlit &amp; Pytest.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Telemetry Highlights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Total Sample Size: 1,778 reviews spanning Sep 2018 – Oct 2026.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Negative Cohort: 804 reviews (1★ &amp; 2★) analyzed for root cause.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High/Critical Severity: 352 incidents requiring engineering fixes.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Zero Fabrication: 100% verified public evidence and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Rating Breakdown: Bimodal Polarity &amp; Journey Pain Points</a:t>
            </a:r>
          </a:p>
        </p:txBody>
      </p:sp>
      <p:pic>
        <p:nvPicPr>
          <p:cNvPr id="4" name="Picture 3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926080"/>
          </a:xfrm>
          <a:prstGeom prst="rect">
            <a:avLst/>
          </a:prstGeom>
        </p:spPr>
      </p:pic>
      <p:pic>
        <p:nvPicPr>
          <p:cNvPr id="5" name="Picture 4" descr="journey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Root Cause Analysis: Why Employees Give 1-Star Ratings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App Crashes Post-Update (24.3%)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Symptom: App white-screen hangs after update; requires reinstall.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Root Cause: SQLite database schema migration locks on Android 14/15.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Impact: Employee completely locked out of self-booking their shift.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GPS Latency &amp; Ghost Cabs (16.5%)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Symptom: Vehicle icon freezes on map; cab arrives and departs.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Root Cause: Aggressive OEM background battery killers stalling driver app.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Impact: Missed pickups, penalty disputes, and employer escalation.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ETA Swings &amp; Long Detours (11.0%)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Symptom: ETA fluctuates by 30+ minutes; circuitous passenger order.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Root Cause: Distance matrix routing without real-time micro-traffic data.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Impact: Office tardiness anxiety and frustration with transport team.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4. Blocking Rating Modals (Friction)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Symptom: User forced to rate previous trip before booking next ride.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Root Cause: Inflexible feedback modal without 'Skip' button.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Impact: Retaliatory 1-star ratings given on public Google Play Store.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Prioritized Recommendation Matrix (ICE Framework)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P0: Immediate Interventions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Decouple Feedback Modal: Add non-blocking bottom sheet with 'Skip'.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Safe SQLite Migration: Wrap schema upgrades in try-catch with fallback.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Trigger In-App Review API: Prompt users after 3 consecutive 5★ trips.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Timeframe: Weeks 1–2 | Mobile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P1: Core Reliability Fixes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Foreground Service Keep-Alive: OEM battery optimization bypass.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Dead-Reckoning Extrapolation: Smooth car animation on passenger map.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ETA Confidence Interval: Display ranges (e.g. '8:15-8:22 AM').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Timeframe: Weeks 3–6 | IoT +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P2: Intelligence &amp; Systems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FDE Review Monitoring Bot: Daily Slack alerts on negative trends.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Dynamic Traffic Routing: Integrate live congestion heuristics.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Transport Desk Self-Service: Automated no-show resolution.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Timeframe: Weeks 7–12 | Platform +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30 / 60 / 90-Day Execution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Days 1–30: Quick Wins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Eliminate mandatory ride rating modal friction.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Patch Android startup DB migration crash.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Deploy Google Play In-App Review API dialog.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Deploy automated Play Store review scraper.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Milestone: Recent review average ≥4.2★.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Days 31–60: Reliability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Deploy Driver App foreground service keep-alive.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Implement client-side dead reckoning on map.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Introduce ETA uncertainty buffer.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Add geofence proximity alerts for pickup.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Milestone: GPS/ETA complaints cut by 50%.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Days 61–90: Scale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Dynamic traffic-weighted routing rollout.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Enterprise transport desk automated triage portal.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Full-loop FDE feedback workflow with clients.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Milestone: Store score reaches ≥4.7★.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FDE Tooling: Interactive Review Intelligence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Why a Tool, Not a One-Off Deck?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'How are our Play Store ratings?' is a recurring question.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The FDE builds reusable automation, not static slides.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Automated scraper refreshes data from Google Play directly.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Categorizes incoming feedback into transport stages automatically.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Alerts engineering when an update degrades stability.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Dashboard Capabilities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Interactive Filtering: Filter by version, stars, category, dates.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Root Cause Diagnostics: Instant breakdown of crash vs GPS vs ETA.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Searchable Public Evidence Table: Direct quotes and thumbs-up counts.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Prioritized Action Tracker: Built-in engineering sprint status.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Runs locally via `streamlit run dashboard/app.py`.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KPI Measurement Framework &amp; Projected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Measurable Target KPIs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Play Store Trailing 30-Day Score: Lift from 3.8★ to ≥4.6★.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App Crash Rate (Crashlytics): Target &lt;0.1% crash-free sessions.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GPS Disconnect Tickets: Reduce by 40% across pilot accounts.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Review Rating Ratio: Invert negative/positive review balance from 1:1 to 1:4 via In-App Review prompts.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Enterprise ROI for MoveInSync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Retention &amp; Renewals: Stronger employer confidence during RFPs.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Transport Desk Efficiency: 30% reduction in panicked employee calls.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FDE Empowerment: Scalable blueprint for solving enterprise client edge-cases without slowing core product roadmap.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MOVEINSYNC | FORWARD DEPLOYED ENGINEER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Summary &amp; Ready-to-Execute Handover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Why This Solution Gets Acted 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1. Evidence-Based: Every hypothesis is grounded in 1,778 real commuter reviews.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2. Ready to Start Tomorrow: Specific code fixes defined for Android DB migration &amp; feedback UI.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3. Repeatable Asset: Complete Python scraper + Streamlit dashboard ready for recurring leadership reporting.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4. Aligned with FDE Role: Bridges customer problem discovery, AI/scripting automation, and product/engineering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